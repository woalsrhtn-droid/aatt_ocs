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87" r:id="rId2"/>
    <p:sldId id="296" r:id="rId3"/>
    <p:sldId id="311" r:id="rId4"/>
    <p:sldId id="300" r:id="rId5"/>
    <p:sldId id="306" r:id="rId6"/>
    <p:sldId id="312" r:id="rId7"/>
    <p:sldId id="314" r:id="rId8"/>
    <p:sldId id="313" r:id="rId9"/>
    <p:sldId id="316" r:id="rId10"/>
    <p:sldId id="315" r:id="rId11"/>
    <p:sldId id="310" r:id="rId12"/>
  </p:sldIdLst>
  <p:sldSz cx="9144000" cy="6858000" type="screen4x3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614" y="114"/>
      </p:cViewPr>
      <p:guideLst>
        <p:guide orient="horz" pos="213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>
        <p:scale>
          <a:sx n="75" d="100"/>
          <a:sy n="75" d="100"/>
        </p:scale>
        <p:origin x="3234" y="4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F1B0D-FAB8-4852-94F7-B125BF537592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8FC9-BE67-41FA-A5E7-023F55B6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2183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65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9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3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3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5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8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5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44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9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0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8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CF4E-C0D2-4BD6-8060-AD203C47D00B}" type="datetimeFigureOut">
              <a:rPr lang="ko-KR" altLang="en-US" smtClean="0"/>
              <a:t>2024-05-18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AB9-197D-4D4A-8905-9DF59106C8E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4"/>
            <a:ext cx="9144000" cy="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4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0" y="1209675"/>
            <a:ext cx="719137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7229475" y="1059448"/>
            <a:ext cx="11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&amp; Tech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직선 연결선 19"/>
          <p:cNvCxnSpPr>
            <a:stCxn id="15" idx="3"/>
          </p:cNvCxnSpPr>
          <p:nvPr userDrawn="1"/>
        </p:nvCxnSpPr>
        <p:spPr>
          <a:xfrm flipV="1">
            <a:off x="8415505" y="1200151"/>
            <a:ext cx="728495" cy="13186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5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9741" y="5149052"/>
            <a:ext cx="1318017" cy="266275"/>
          </a:xfrm>
          <a:prstGeom prst="rect">
            <a:avLst/>
          </a:prstGeom>
          <a:noFill/>
        </p:spPr>
        <p:txBody>
          <a:bodyPr wrap="square" tIns="35100" spcCol="0" rtlCol="0" anchor="ctr" anchorCtr="1">
            <a:spAutoFit/>
          </a:bodyPr>
          <a:lstStyle/>
          <a:p>
            <a:pPr algn="ctr"/>
            <a:r>
              <a:rPr lang="en-US" altLang="ko-KR" sz="1200" b="1" spc="-113" dirty="0">
                <a:ln w="76200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HY견고딕" pitchFamily="18" charset="-127"/>
                <a:ea typeface="HY견고딕" pitchFamily="18" charset="-127"/>
              </a:rPr>
              <a:t>SFA</a:t>
            </a:r>
            <a:endParaRPr lang="ko-KR" altLang="en-US" sz="1200" b="1" spc="-113" dirty="0">
              <a:ln w="76200">
                <a:solidFill>
                  <a:schemeClr val="bg1">
                    <a:alpha val="0"/>
                  </a:schemeClr>
                </a:solidFill>
              </a:ln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464D3-11AD-F3FA-7AF0-DB1E6775A8A9}"/>
              </a:ext>
            </a:extLst>
          </p:cNvPr>
          <p:cNvSpPr txBox="1"/>
          <p:nvPr/>
        </p:nvSpPr>
        <p:spPr>
          <a:xfrm>
            <a:off x="1510533" y="3167390"/>
            <a:ext cx="5851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 Server Independent Execution Manual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37605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609" y="5950746"/>
            <a:ext cx="838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Rose Shutting down resources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77F8B5F7-C874-D124-3C5A-D89A90AC6F88}"/>
              </a:ext>
            </a:extLst>
          </p:cNvPr>
          <p:cNvSpPr/>
          <p:nvPr/>
        </p:nvSpPr>
        <p:spPr>
          <a:xfrm>
            <a:off x="4169767" y="2870338"/>
            <a:ext cx="439218" cy="742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5CE8BB-1713-7646-F5AD-F40D3BA5B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5074"/>
            <a:ext cx="9144000" cy="45478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39D2494-0621-3BDB-F5DF-296FDBA98DBB}"/>
              </a:ext>
            </a:extLst>
          </p:cNvPr>
          <p:cNvSpPr/>
          <p:nvPr/>
        </p:nvSpPr>
        <p:spPr>
          <a:xfrm>
            <a:off x="7350711" y="3098307"/>
            <a:ext cx="1083075" cy="213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0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609" y="5950746"/>
            <a:ext cx="838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Windows key + R   -&gt; </a:t>
            </a:r>
            <a:r>
              <a:rPr lang="ko-KR" altLang="en-US" sz="2000" dirty="0"/>
              <a:t> </a:t>
            </a:r>
            <a:r>
              <a:rPr lang="en-US" altLang="ko-KR" sz="2000" dirty="0" err="1"/>
              <a:t>services.msc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21DF45-BC81-7C5F-D5B5-AB1B41BA3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99" y="2062648"/>
            <a:ext cx="3756964" cy="236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8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310" y="5945673"/>
            <a:ext cx="8271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RoseHAService</a:t>
            </a:r>
            <a:r>
              <a:rPr lang="en-US" altLang="ko-KR" sz="2000" dirty="0"/>
              <a:t> , </a:t>
            </a:r>
            <a:r>
              <a:rPr lang="en-US" altLang="ko-KR" sz="2000" dirty="0" err="1"/>
              <a:t>RoseMirrorService</a:t>
            </a:r>
            <a:r>
              <a:rPr lang="en-US" altLang="ko-KR" sz="2000" dirty="0"/>
              <a:t> -&gt; Stop 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en-US" altLang="ko-KR" sz="2000" dirty="0">
                <a:solidFill>
                  <a:srgbClr val="FF0000"/>
                </a:solidFill>
              </a:rPr>
              <a:t>AGV03,AGV04 Same for both servers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6205A7-EA7E-886E-5822-DD3428DC0F14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44522F1-D6DA-9C90-5BF6-A1550F07DC0B}"/>
              </a:ext>
            </a:extLst>
          </p:cNvPr>
          <p:cNvSpPr/>
          <p:nvPr/>
        </p:nvSpPr>
        <p:spPr>
          <a:xfrm>
            <a:off x="4231912" y="2870338"/>
            <a:ext cx="439218" cy="742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68C9C1-CF91-C6FF-993F-6069FD392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" y="1619537"/>
            <a:ext cx="4101483" cy="36189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6DD16A-9659-EE54-625F-DE480DAAD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30" y="1619537"/>
            <a:ext cx="4181383" cy="36189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C90FE29-33BC-6E98-6081-34C5F85CA71B}"/>
              </a:ext>
            </a:extLst>
          </p:cNvPr>
          <p:cNvSpPr/>
          <p:nvPr/>
        </p:nvSpPr>
        <p:spPr>
          <a:xfrm>
            <a:off x="1819923" y="4163627"/>
            <a:ext cx="648070" cy="15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CE1DB8-646E-9E6C-E960-3AC8D60A7C66}"/>
              </a:ext>
            </a:extLst>
          </p:cNvPr>
          <p:cNvSpPr/>
          <p:nvPr/>
        </p:nvSpPr>
        <p:spPr>
          <a:xfrm>
            <a:off x="6189226" y="3952033"/>
            <a:ext cx="648070" cy="15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50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48D3AF5-1781-EE90-5758-8673163B51BC}"/>
              </a:ext>
            </a:extLst>
          </p:cNvPr>
          <p:cNvSpPr/>
          <p:nvPr/>
        </p:nvSpPr>
        <p:spPr>
          <a:xfrm>
            <a:off x="4169767" y="2870338"/>
            <a:ext cx="439218" cy="742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21DB678-FAF9-34EE-1B3C-F8D164B0A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9593"/>
            <a:ext cx="4092606" cy="34788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0F2C01-72C7-B176-ECB3-A568BFDAA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46" y="1689593"/>
            <a:ext cx="4324689" cy="3478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F88C13-35E7-66CD-37D1-7CAE45413CC2}"/>
              </a:ext>
            </a:extLst>
          </p:cNvPr>
          <p:cNvSpPr txBox="1"/>
          <p:nvPr/>
        </p:nvSpPr>
        <p:spPr>
          <a:xfrm>
            <a:off x="178104" y="5945673"/>
            <a:ext cx="8832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SQL Server(MSSQLSERVER),SQL Server Agent(MSSQLSERVER)</a:t>
            </a:r>
            <a:br>
              <a:rPr lang="en-US" altLang="ko-KR" sz="2000" dirty="0"/>
            </a:br>
            <a:r>
              <a:rPr lang="en-US" altLang="ko-KR" sz="2000" dirty="0"/>
              <a:t>-&gt;</a:t>
            </a:r>
            <a:r>
              <a:rPr lang="en-US" altLang="ko-KR" sz="2000" dirty="0">
                <a:solidFill>
                  <a:srgbClr val="FF0000"/>
                </a:solidFill>
              </a:rPr>
              <a:t>START (Servers to operate manually)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3990E1-F01D-D22F-AD2B-B1AE2C249078}"/>
              </a:ext>
            </a:extLst>
          </p:cNvPr>
          <p:cNvSpPr/>
          <p:nvPr/>
        </p:nvSpPr>
        <p:spPr>
          <a:xfrm>
            <a:off x="2050745" y="3906170"/>
            <a:ext cx="541535" cy="142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4DD2EA-BD01-D973-3206-8D76F3115490}"/>
              </a:ext>
            </a:extLst>
          </p:cNvPr>
          <p:cNvSpPr/>
          <p:nvPr/>
        </p:nvSpPr>
        <p:spPr>
          <a:xfrm>
            <a:off x="6713001" y="3969794"/>
            <a:ext cx="541535" cy="142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3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178198-6C76-7F51-17C6-CAD39A848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3" y="2090309"/>
            <a:ext cx="3858163" cy="2162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517A12-B598-A1E7-501A-65DDF93D0121}"/>
              </a:ext>
            </a:extLst>
          </p:cNvPr>
          <p:cNvSpPr txBox="1"/>
          <p:nvPr/>
        </p:nvSpPr>
        <p:spPr>
          <a:xfrm>
            <a:off x="197609" y="5950746"/>
            <a:ext cx="838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Windows key + R   -&gt; </a:t>
            </a:r>
            <a:r>
              <a:rPr lang="ko-KR" altLang="en-US" sz="2000" dirty="0"/>
              <a:t> </a:t>
            </a:r>
            <a:r>
              <a:rPr lang="en-US" altLang="ko-KR" sz="2000" dirty="0" err="1"/>
              <a:t>ncpa.cpl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1266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88C13-35E7-66CD-37D1-7CAE45413CC2}"/>
              </a:ext>
            </a:extLst>
          </p:cNvPr>
          <p:cNvSpPr txBox="1"/>
          <p:nvPr/>
        </p:nvSpPr>
        <p:spPr>
          <a:xfrm>
            <a:off x="178104" y="5945673"/>
            <a:ext cx="883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Host -&gt; Properties </a:t>
            </a: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EF2137-23EA-A53B-56B1-0A5CEB13F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4" y="1476043"/>
            <a:ext cx="8415480" cy="377014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AA136DE-1D5C-FCB4-FCC8-58CF10BACF2E}"/>
              </a:ext>
            </a:extLst>
          </p:cNvPr>
          <p:cNvSpPr/>
          <p:nvPr/>
        </p:nvSpPr>
        <p:spPr>
          <a:xfrm>
            <a:off x="6285390" y="4323425"/>
            <a:ext cx="2095130" cy="3462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5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17A12-B598-A1E7-501A-65DDF93D0121}"/>
              </a:ext>
            </a:extLst>
          </p:cNvPr>
          <p:cNvSpPr txBox="1"/>
          <p:nvPr/>
        </p:nvSpPr>
        <p:spPr>
          <a:xfrm>
            <a:off x="197609" y="5950746"/>
            <a:ext cx="867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Internet Protocol Version 4(TCP/IPv4)</a:t>
            </a:r>
            <a:r>
              <a:rPr lang="ko-KR" altLang="en-US" sz="2000" dirty="0"/>
              <a:t> </a:t>
            </a: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Properties</a:t>
            </a:r>
            <a:r>
              <a:rPr lang="ko-KR" altLang="en-US" sz="2000" dirty="0"/>
              <a:t> </a:t>
            </a:r>
            <a:r>
              <a:rPr lang="en-US" altLang="ko-KR" sz="2000" dirty="0"/>
              <a:t>-&gt; IP Replacement -&gt; OK -&gt; OK</a:t>
            </a:r>
            <a:endParaRPr lang="ko-KR" altLang="en-US" sz="2000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B8D0D6C-1A69-5852-8900-46D2F8A970C1}"/>
              </a:ext>
            </a:extLst>
          </p:cNvPr>
          <p:cNvSpPr/>
          <p:nvPr/>
        </p:nvSpPr>
        <p:spPr>
          <a:xfrm>
            <a:off x="4231912" y="2870338"/>
            <a:ext cx="439218" cy="742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3834D67-998D-5163-2544-4DDCC748D6A0}"/>
              </a:ext>
            </a:extLst>
          </p:cNvPr>
          <p:cNvGrpSpPr/>
          <p:nvPr/>
        </p:nvGrpSpPr>
        <p:grpSpPr>
          <a:xfrm>
            <a:off x="4952177" y="1256997"/>
            <a:ext cx="3829584" cy="4344006"/>
            <a:chOff x="4894381" y="1256997"/>
            <a:chExt cx="3829584" cy="434400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A5DC200-A020-568C-6157-DDF141792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4381" y="1256997"/>
              <a:ext cx="3829584" cy="4344006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844D05C-BD62-683E-C94B-92005A478129}"/>
                </a:ext>
              </a:extLst>
            </p:cNvPr>
            <p:cNvSpPr/>
            <p:nvPr/>
          </p:nvSpPr>
          <p:spPr>
            <a:xfrm>
              <a:off x="6791417" y="2871818"/>
              <a:ext cx="1447062" cy="8390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1B9DDD7-5E98-9539-1975-239B1A32C380}"/>
                </a:ext>
              </a:extLst>
            </p:cNvPr>
            <p:cNvSpPr/>
            <p:nvPr/>
          </p:nvSpPr>
          <p:spPr>
            <a:xfrm>
              <a:off x="7066624" y="5286458"/>
              <a:ext cx="907000" cy="2354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B11B270-B513-AF79-B695-E179C4D72B9F}"/>
                </a:ext>
              </a:extLst>
            </p:cNvPr>
            <p:cNvSpPr txBox="1"/>
            <p:nvPr/>
          </p:nvSpPr>
          <p:spPr>
            <a:xfrm>
              <a:off x="6393675" y="277908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③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74CBCD-9CE2-B202-C914-4BF7B0B96AEF}"/>
                </a:ext>
              </a:extLst>
            </p:cNvPr>
            <p:cNvSpPr txBox="1"/>
            <p:nvPr/>
          </p:nvSpPr>
          <p:spPr>
            <a:xfrm>
              <a:off x="6651126" y="515258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④</a:t>
              </a:r>
              <a:endParaRPr lang="ko-KR" altLang="en-US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4244631-34A0-B4A7-0D7A-169123ECFC97}"/>
              </a:ext>
            </a:extLst>
          </p:cNvPr>
          <p:cNvGrpSpPr/>
          <p:nvPr/>
        </p:nvGrpSpPr>
        <p:grpSpPr>
          <a:xfrm>
            <a:off x="288528" y="1204602"/>
            <a:ext cx="3720133" cy="4448796"/>
            <a:chOff x="288528" y="1204602"/>
            <a:chExt cx="3720133" cy="444879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036DD40-09CB-C191-1D97-E42C089C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39" y="1204602"/>
              <a:ext cx="3646422" cy="4448796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B02AD05-E2A1-EB84-B600-62BE2823F090}"/>
                </a:ext>
              </a:extLst>
            </p:cNvPr>
            <p:cNvSpPr/>
            <p:nvPr/>
          </p:nvSpPr>
          <p:spPr>
            <a:xfrm>
              <a:off x="630315" y="3241789"/>
              <a:ext cx="2396970" cy="2560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556ADF7-1E38-87FC-C41C-9077564D6FD1}"/>
                </a:ext>
              </a:extLst>
            </p:cNvPr>
            <p:cNvSpPr/>
            <p:nvPr/>
          </p:nvSpPr>
          <p:spPr>
            <a:xfrm>
              <a:off x="2716567" y="4166547"/>
              <a:ext cx="1226597" cy="2560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C6D46D-913C-68DF-2A7A-C41E14DDE469}"/>
                </a:ext>
              </a:extLst>
            </p:cNvPr>
            <p:cNvSpPr txBox="1"/>
            <p:nvPr/>
          </p:nvSpPr>
          <p:spPr>
            <a:xfrm>
              <a:off x="288528" y="306022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①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386051-CBA3-43C8-77C8-EA3D48F2DBFD}"/>
                </a:ext>
              </a:extLst>
            </p:cNvPr>
            <p:cNvSpPr txBox="1"/>
            <p:nvPr/>
          </p:nvSpPr>
          <p:spPr>
            <a:xfrm>
              <a:off x="2394016" y="406488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②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B900CF-FDC4-2D58-BD22-5019AEE8C413}"/>
                </a:ext>
              </a:extLst>
            </p:cNvPr>
            <p:cNvSpPr txBox="1"/>
            <p:nvPr/>
          </p:nvSpPr>
          <p:spPr>
            <a:xfrm>
              <a:off x="1978518" y="51700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⑤</a:t>
              </a:r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AC56245-8540-3E01-E912-FE42611D05F4}"/>
                </a:ext>
              </a:extLst>
            </p:cNvPr>
            <p:cNvSpPr/>
            <p:nvPr/>
          </p:nvSpPr>
          <p:spPr>
            <a:xfrm>
              <a:off x="2315687" y="5354676"/>
              <a:ext cx="907000" cy="2354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5908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88C13-35E7-66CD-37D1-7CAE45413CC2}"/>
              </a:ext>
            </a:extLst>
          </p:cNvPr>
          <p:cNvSpPr txBox="1"/>
          <p:nvPr/>
        </p:nvSpPr>
        <p:spPr>
          <a:xfrm>
            <a:off x="178104" y="5945673"/>
            <a:ext cx="883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Local01 -&gt; Properties </a:t>
            </a:r>
            <a:endParaRPr lang="ko-KR" altLang="en-US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0723B6A-7897-AA75-F269-935E381CFF06}"/>
              </a:ext>
            </a:extLst>
          </p:cNvPr>
          <p:cNvGrpSpPr/>
          <p:nvPr/>
        </p:nvGrpSpPr>
        <p:grpSpPr>
          <a:xfrm>
            <a:off x="178103" y="1363865"/>
            <a:ext cx="8832731" cy="4314093"/>
            <a:chOff x="178103" y="1363865"/>
            <a:chExt cx="8832731" cy="431409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9B21FD5-FF0C-A642-D1FD-E3893965A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03" y="1363865"/>
              <a:ext cx="8832731" cy="431409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FA2200-6913-10B5-DF8A-0F55D6CF1F82}"/>
                </a:ext>
              </a:extLst>
            </p:cNvPr>
            <p:cNvSpPr/>
            <p:nvPr/>
          </p:nvSpPr>
          <p:spPr>
            <a:xfrm>
              <a:off x="4251689" y="4791575"/>
              <a:ext cx="2095130" cy="346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52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BC3F30-B97A-9C59-4F1C-2216BB832000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17A12-B598-A1E7-501A-65DDF93D0121}"/>
              </a:ext>
            </a:extLst>
          </p:cNvPr>
          <p:cNvSpPr txBox="1"/>
          <p:nvPr/>
        </p:nvSpPr>
        <p:spPr>
          <a:xfrm>
            <a:off x="197609" y="5950746"/>
            <a:ext cx="867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Internet Protocol Version 4(TCP/IPv4)</a:t>
            </a:r>
            <a:r>
              <a:rPr lang="ko-KR" altLang="en-US" sz="2000" dirty="0"/>
              <a:t> </a:t>
            </a: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Properties</a:t>
            </a:r>
            <a:r>
              <a:rPr lang="ko-KR" altLang="en-US" sz="2000" dirty="0"/>
              <a:t> </a:t>
            </a:r>
            <a:r>
              <a:rPr lang="en-US" altLang="ko-KR" sz="2000" dirty="0"/>
              <a:t>-&gt; IP Replacement -&gt; OK -&gt; OK</a:t>
            </a:r>
            <a:endParaRPr lang="ko-KR" altLang="en-US" sz="2000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B8D0D6C-1A69-5852-8900-46D2F8A970C1}"/>
              </a:ext>
            </a:extLst>
          </p:cNvPr>
          <p:cNvSpPr/>
          <p:nvPr/>
        </p:nvSpPr>
        <p:spPr>
          <a:xfrm>
            <a:off x="4231912" y="2870338"/>
            <a:ext cx="439218" cy="742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B619E7-C63D-4C40-2EDD-7F8F775D2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56" y="1180786"/>
            <a:ext cx="3439005" cy="44202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D5B26F-BA5B-9E52-55F4-AA8E1BDCC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381" y="1256997"/>
            <a:ext cx="3829584" cy="434400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EF3807-5666-9457-B889-50E07A11DBA6}"/>
              </a:ext>
            </a:extLst>
          </p:cNvPr>
          <p:cNvSpPr/>
          <p:nvPr/>
        </p:nvSpPr>
        <p:spPr>
          <a:xfrm>
            <a:off x="665827" y="3215155"/>
            <a:ext cx="2396970" cy="256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B5F1B9-0A85-1CEB-76DD-826242E38D57}"/>
              </a:ext>
            </a:extLst>
          </p:cNvPr>
          <p:cNvSpPr/>
          <p:nvPr/>
        </p:nvSpPr>
        <p:spPr>
          <a:xfrm>
            <a:off x="2716567" y="4166547"/>
            <a:ext cx="1226597" cy="256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9F314B-7981-5E2E-80C4-288E7F384C81}"/>
              </a:ext>
            </a:extLst>
          </p:cNvPr>
          <p:cNvSpPr/>
          <p:nvPr/>
        </p:nvSpPr>
        <p:spPr>
          <a:xfrm>
            <a:off x="6791417" y="2871818"/>
            <a:ext cx="1447062" cy="839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E4FBE5-9BC0-A10F-563A-F2D35CB6B310}"/>
              </a:ext>
            </a:extLst>
          </p:cNvPr>
          <p:cNvSpPr/>
          <p:nvPr/>
        </p:nvSpPr>
        <p:spPr>
          <a:xfrm>
            <a:off x="7066624" y="5286458"/>
            <a:ext cx="907000" cy="2354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5F91B-40E6-5278-C2DA-4C853FEE4290}"/>
              </a:ext>
            </a:extLst>
          </p:cNvPr>
          <p:cNvSpPr txBox="1"/>
          <p:nvPr/>
        </p:nvSpPr>
        <p:spPr>
          <a:xfrm>
            <a:off x="288528" y="30602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①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6A28F-33C8-33A1-F4F7-3E899F7BE952}"/>
              </a:ext>
            </a:extLst>
          </p:cNvPr>
          <p:cNvSpPr txBox="1"/>
          <p:nvPr/>
        </p:nvSpPr>
        <p:spPr>
          <a:xfrm>
            <a:off x="2394016" y="40648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②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D0298A-A9FA-30C4-ED18-A08A2F0ABC99}"/>
              </a:ext>
            </a:extLst>
          </p:cNvPr>
          <p:cNvSpPr txBox="1"/>
          <p:nvPr/>
        </p:nvSpPr>
        <p:spPr>
          <a:xfrm>
            <a:off x="6393675" y="27790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③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9A138-934A-AA1C-6A0F-D9686DC4BBC1}"/>
              </a:ext>
            </a:extLst>
          </p:cNvPr>
          <p:cNvSpPr txBox="1"/>
          <p:nvPr/>
        </p:nvSpPr>
        <p:spPr>
          <a:xfrm>
            <a:off x="6651126" y="5152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④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98A7DE-FC80-F1F1-E98E-05A4B4E8F2D8}"/>
              </a:ext>
            </a:extLst>
          </p:cNvPr>
          <p:cNvSpPr txBox="1"/>
          <p:nvPr/>
        </p:nvSpPr>
        <p:spPr>
          <a:xfrm>
            <a:off x="1978518" y="51700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⑤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3E0456B-BBE7-3D51-C332-E0ECBB8B7665}"/>
              </a:ext>
            </a:extLst>
          </p:cNvPr>
          <p:cNvSpPr/>
          <p:nvPr/>
        </p:nvSpPr>
        <p:spPr>
          <a:xfrm>
            <a:off x="2342321" y="5319164"/>
            <a:ext cx="907000" cy="2354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47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A16A272-A4D0-CB11-00F5-8F6C96BE8E4A}"/>
              </a:ext>
            </a:extLst>
          </p:cNvPr>
          <p:cNvSpPr txBox="1"/>
          <p:nvPr/>
        </p:nvSpPr>
        <p:spPr>
          <a:xfrm>
            <a:off x="178104" y="314890"/>
            <a:ext cx="512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Server Independent Execution Manual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A57EAF-667B-6935-B7A0-4754AC8ED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9" y="1687273"/>
            <a:ext cx="4020111" cy="571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7CB0EC-06F8-612E-82B8-5AB32C304B4D}"/>
              </a:ext>
            </a:extLst>
          </p:cNvPr>
          <p:cNvSpPr txBox="1"/>
          <p:nvPr/>
        </p:nvSpPr>
        <p:spPr>
          <a:xfrm>
            <a:off x="125665" y="3429000"/>
            <a:ext cx="86711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Run Program files in that path in order </a:t>
            </a:r>
          </a:p>
          <a:p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>
                <a:solidFill>
                  <a:srgbClr val="FF0000"/>
                </a:solidFill>
              </a:rPr>
              <a:t>Core</a:t>
            </a:r>
            <a:r>
              <a:rPr lang="en-US" altLang="ko-KR" sz="2000" dirty="0"/>
              <a:t> -&gt; D:\Program\Core\Core.exe</a:t>
            </a:r>
          </a:p>
          <a:p>
            <a:pPr marL="457200" indent="-457200">
              <a:buAutoNum type="arabicPeriod"/>
            </a:pPr>
            <a:r>
              <a:rPr lang="en-US" altLang="ko-KR" sz="2000" dirty="0">
                <a:solidFill>
                  <a:srgbClr val="FF0000"/>
                </a:solidFill>
              </a:rPr>
              <a:t>MCS_IF </a:t>
            </a:r>
            <a:r>
              <a:rPr lang="en-US" altLang="ko-KR" sz="2000" dirty="0"/>
              <a:t>-&gt; D:\Program\MCS_IF\MCS_IF.exe</a:t>
            </a:r>
          </a:p>
          <a:p>
            <a:pPr marL="457200" indent="-457200">
              <a:buAutoNum type="arabicPeriod"/>
            </a:pPr>
            <a:r>
              <a:rPr lang="en-US" altLang="ko-KR" sz="2000" dirty="0" err="1">
                <a:solidFill>
                  <a:srgbClr val="FF0000"/>
                </a:solidFill>
              </a:rPr>
              <a:t>PlcDriver</a:t>
            </a:r>
            <a:r>
              <a:rPr lang="en-US" altLang="ko-KR" sz="2000" dirty="0"/>
              <a:t> -&gt; D:\Program\PLCDRIVER\PlcDriver.exe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5563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1130</TotalTime>
  <Words>200</Words>
  <Application>Microsoft Office PowerPoint</Application>
  <PresentationFormat>화면 슬라이드 쇼(4:3)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JG K.</dc:creator>
  <cp:lastModifiedBy>연수 김</cp:lastModifiedBy>
  <cp:revision>93</cp:revision>
  <dcterms:created xsi:type="dcterms:W3CDTF">2017-06-15T02:16:23Z</dcterms:created>
  <dcterms:modified xsi:type="dcterms:W3CDTF">2024-05-18T03:10:24Z</dcterms:modified>
</cp:coreProperties>
</file>