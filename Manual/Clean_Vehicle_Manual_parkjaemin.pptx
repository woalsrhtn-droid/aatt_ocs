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761" r:id="rId1"/>
  </p:sldMasterIdLst>
  <p:notesMasterIdLst>
    <p:notesMasterId r:id="rId11"/>
  </p:notesMasterIdLst>
  <p:handoutMasterIdLst>
    <p:handoutMasterId r:id="rId12"/>
  </p:handoutMasterIdLst>
  <p:sldIdLst>
    <p:sldId id="256" r:id="rId2"/>
    <p:sldId id="281" r:id="rId3"/>
    <p:sldId id="286" r:id="rId4"/>
    <p:sldId id="290" r:id="rId5"/>
    <p:sldId id="291" r:id="rId6"/>
    <p:sldId id="292" r:id="rId7"/>
    <p:sldId id="293" r:id="rId8"/>
    <p:sldId id="294" r:id="rId9"/>
    <p:sldId id="295" r:id="rId10"/>
  </p:sldIdLst>
  <p:sldSz cx="9904413" cy="7050088"/>
  <p:notesSz cx="6865938" cy="9998075"/>
  <p:defaultTextStyle>
    <a:defPPr>
      <a:defRPr lang="ko-KR"/>
    </a:defPPr>
    <a:lvl1pPr algn="ctr" rtl="0" eaLnBrk="0" fontAlgn="base" latinLnBrk="1" hangingPunct="0">
      <a:spcBef>
        <a:spcPct val="20000"/>
      </a:spcBef>
      <a:spcAft>
        <a:spcPct val="0"/>
      </a:spcAft>
      <a:defRPr kumimoji="1" sz="800" kern="1200">
        <a:solidFill>
          <a:schemeClr val="tx1"/>
        </a:solidFill>
        <a:latin typeface="HY울릉도M"/>
        <a:ea typeface="HY울릉도M"/>
        <a:cs typeface="+mn-cs"/>
      </a:defRPr>
    </a:lvl1pPr>
    <a:lvl2pPr marL="456860" algn="ctr" rtl="0" eaLnBrk="0" fontAlgn="base" latinLnBrk="1" hangingPunct="0">
      <a:spcBef>
        <a:spcPct val="20000"/>
      </a:spcBef>
      <a:spcAft>
        <a:spcPct val="0"/>
      </a:spcAft>
      <a:defRPr kumimoji="1" sz="800" kern="1200">
        <a:solidFill>
          <a:schemeClr val="tx1"/>
        </a:solidFill>
        <a:latin typeface="HY울릉도M"/>
        <a:ea typeface="HY울릉도M"/>
        <a:cs typeface="+mn-cs"/>
      </a:defRPr>
    </a:lvl2pPr>
    <a:lvl3pPr marL="913723" algn="ctr" rtl="0" eaLnBrk="0" fontAlgn="base" latinLnBrk="1" hangingPunct="0">
      <a:spcBef>
        <a:spcPct val="20000"/>
      </a:spcBef>
      <a:spcAft>
        <a:spcPct val="0"/>
      </a:spcAft>
      <a:defRPr kumimoji="1" sz="800" kern="1200">
        <a:solidFill>
          <a:schemeClr val="tx1"/>
        </a:solidFill>
        <a:latin typeface="HY울릉도M"/>
        <a:ea typeface="HY울릉도M"/>
        <a:cs typeface="+mn-cs"/>
      </a:defRPr>
    </a:lvl3pPr>
    <a:lvl4pPr marL="1370584" algn="ctr" rtl="0" eaLnBrk="0" fontAlgn="base" latinLnBrk="1" hangingPunct="0">
      <a:spcBef>
        <a:spcPct val="20000"/>
      </a:spcBef>
      <a:spcAft>
        <a:spcPct val="0"/>
      </a:spcAft>
      <a:defRPr kumimoji="1" sz="800" kern="1200">
        <a:solidFill>
          <a:schemeClr val="tx1"/>
        </a:solidFill>
        <a:latin typeface="HY울릉도M"/>
        <a:ea typeface="HY울릉도M"/>
        <a:cs typeface="+mn-cs"/>
      </a:defRPr>
    </a:lvl4pPr>
    <a:lvl5pPr marL="1827445" algn="ctr" rtl="0" eaLnBrk="0" fontAlgn="base" latinLnBrk="1" hangingPunct="0">
      <a:spcBef>
        <a:spcPct val="20000"/>
      </a:spcBef>
      <a:spcAft>
        <a:spcPct val="0"/>
      </a:spcAft>
      <a:defRPr kumimoji="1" sz="800" kern="1200">
        <a:solidFill>
          <a:schemeClr val="tx1"/>
        </a:solidFill>
        <a:latin typeface="HY울릉도M"/>
        <a:ea typeface="HY울릉도M"/>
        <a:cs typeface="+mn-cs"/>
      </a:defRPr>
    </a:lvl5pPr>
    <a:lvl6pPr marL="2284306" algn="l" defTabSz="913723" rtl="0" eaLnBrk="1" latinLnBrk="1" hangingPunct="1">
      <a:defRPr kumimoji="1" sz="800" kern="1200">
        <a:solidFill>
          <a:schemeClr val="tx1"/>
        </a:solidFill>
        <a:latin typeface="HY울릉도M"/>
        <a:ea typeface="HY울릉도M"/>
        <a:cs typeface="+mn-cs"/>
      </a:defRPr>
    </a:lvl6pPr>
    <a:lvl7pPr marL="2741164" algn="l" defTabSz="913723" rtl="0" eaLnBrk="1" latinLnBrk="1" hangingPunct="1">
      <a:defRPr kumimoji="1" sz="800" kern="1200">
        <a:solidFill>
          <a:schemeClr val="tx1"/>
        </a:solidFill>
        <a:latin typeface="HY울릉도M"/>
        <a:ea typeface="HY울릉도M"/>
        <a:cs typeface="+mn-cs"/>
      </a:defRPr>
    </a:lvl7pPr>
    <a:lvl8pPr marL="3198026" algn="l" defTabSz="913723" rtl="0" eaLnBrk="1" latinLnBrk="1" hangingPunct="1">
      <a:defRPr kumimoji="1" sz="800" kern="1200">
        <a:solidFill>
          <a:schemeClr val="tx1"/>
        </a:solidFill>
        <a:latin typeface="HY울릉도M"/>
        <a:ea typeface="HY울릉도M"/>
        <a:cs typeface="+mn-cs"/>
      </a:defRPr>
    </a:lvl8pPr>
    <a:lvl9pPr marL="3654896" algn="l" defTabSz="913723" rtl="0" eaLnBrk="1" latinLnBrk="1" hangingPunct="1">
      <a:defRPr kumimoji="1" sz="800" kern="1200">
        <a:solidFill>
          <a:schemeClr val="tx1"/>
        </a:solidFill>
        <a:latin typeface="HY울릉도M"/>
        <a:ea typeface="HY울릉도M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8">
          <p15:clr>
            <a:srgbClr val="A4A3A4"/>
          </p15:clr>
        </p15:guide>
        <p15:guide id="2" pos="31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46">
          <p15:clr>
            <a:srgbClr val="A4A3A4"/>
          </p15:clr>
        </p15:guide>
        <p15:guide id="2" pos="2155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" initials="1" lastIdx="1" clrIdx="0"/>
  <p:cmAuthor id="2" name="821076643785" initials="8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7724" autoAdjust="0"/>
  </p:normalViewPr>
  <p:slideViewPr>
    <p:cSldViewPr>
      <p:cViewPr varScale="1">
        <p:scale>
          <a:sx n="100" d="100"/>
          <a:sy n="100" d="100"/>
        </p:scale>
        <p:origin x="1098" y="72"/>
      </p:cViewPr>
      <p:guideLst>
        <p:guide orient="horz" pos="2218"/>
        <p:guide pos="31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80" d="100"/>
          <a:sy n="80" d="100"/>
        </p:scale>
        <p:origin x="4014" y="108"/>
      </p:cViewPr>
      <p:guideLst>
        <p:guide orient="horz" pos="3146"/>
        <p:guide pos="215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370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6" y="4"/>
            <a:ext cx="2976628" cy="49982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981" tIns="45990" rIns="91981" bIns="45990" anchor="t" anchorCtr="0">
            <a:prstTxWarp prst="textNoShape">
              <a:avLst/>
            </a:prstTxWarp>
          </a:bodyPr>
          <a:lstStyle>
            <a:lvl1pPr algn="l" defTabSz="920313">
              <a:lnSpc>
                <a:spcPct val="60000"/>
              </a:lnSpc>
              <a:spcBef>
                <a:spcPct val="50000"/>
              </a:spcBef>
              <a:defRPr sz="1200" smtClean="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338371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87720" y="4"/>
            <a:ext cx="2976628" cy="49982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981" tIns="45990" rIns="91981" bIns="45990" anchor="t" anchorCtr="0">
            <a:prstTxWarp prst="textNoShape">
              <a:avLst/>
            </a:prstTxWarp>
          </a:bodyPr>
          <a:lstStyle>
            <a:lvl1pPr algn="r" defTabSz="920313">
              <a:lnSpc>
                <a:spcPct val="60000"/>
              </a:lnSpc>
              <a:spcBef>
                <a:spcPct val="50000"/>
              </a:spcBef>
              <a:defRPr sz="1200" smtClean="0"/>
            </a:lvl1pPr>
          </a:lstStyle>
          <a:p>
            <a:pPr>
              <a:defRPr/>
            </a:pPr>
            <a:fld id="{0E7A6698-1CC4-4D37-AB8E-DD1C92B350D2}" type="datetime1">
              <a:rPr lang="ko-KR" altLang="en-US"/>
              <a:pPr>
                <a:defRPr/>
              </a:pPr>
              <a:t>2026-02-09</a:t>
            </a:fld>
            <a:endParaRPr lang="en-US" altLang="ko-KR"/>
          </a:p>
        </p:txBody>
      </p:sp>
      <p:sp>
        <p:nvSpPr>
          <p:cNvPr id="1338372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6" y="9496661"/>
            <a:ext cx="2976628" cy="49982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981" tIns="45990" rIns="91981" bIns="45990" anchor="b" anchorCtr="0">
            <a:prstTxWarp prst="textNoShape">
              <a:avLst/>
            </a:prstTxWarp>
          </a:bodyPr>
          <a:lstStyle>
            <a:lvl1pPr algn="l" defTabSz="920313">
              <a:lnSpc>
                <a:spcPct val="60000"/>
              </a:lnSpc>
              <a:spcBef>
                <a:spcPct val="50000"/>
              </a:spcBef>
              <a:defRPr sz="1200" smtClean="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338373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87720" y="9496661"/>
            <a:ext cx="2976628" cy="49982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981" tIns="45990" rIns="91981" bIns="45990" anchor="b" anchorCtr="0">
            <a:prstTxWarp prst="textNoShape">
              <a:avLst/>
            </a:prstTxWarp>
          </a:bodyPr>
          <a:lstStyle>
            <a:lvl1pPr algn="r" defTabSz="920313">
              <a:lnSpc>
                <a:spcPct val="60000"/>
              </a:lnSpc>
              <a:spcBef>
                <a:spcPct val="50000"/>
              </a:spcBef>
              <a:defRPr sz="1200" smtClean="0"/>
            </a:lvl1pPr>
          </a:lstStyle>
          <a:p>
            <a:pPr>
              <a:defRPr/>
            </a:pPr>
            <a:fld id="{77D05C2A-D650-40C8-84FE-254426DD400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56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56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56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56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56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56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56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56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5" y="4"/>
            <a:ext cx="2975027" cy="49982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965" tIns="45983" rIns="91965" bIns="45983" anchor="t" anchorCtr="0">
            <a:prstTxWarp prst="textNoShape">
              <a:avLst/>
            </a:prstTxWarp>
          </a:bodyPr>
          <a:lstStyle>
            <a:lvl1pPr algn="l" defTabSz="920313" eaLnBrk="1" hangingPunct="1">
              <a:spcBef>
                <a:spcPct val="0"/>
              </a:spcBef>
              <a:defRPr sz="1200" smtClean="0">
                <a:latin typeface="굴림"/>
                <a:ea typeface="굴림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89319" y="4"/>
            <a:ext cx="2975027" cy="49982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965" tIns="45983" rIns="91965" bIns="45983" anchor="t" anchorCtr="0">
            <a:prstTxWarp prst="textNoShape">
              <a:avLst/>
            </a:prstTxWarp>
          </a:bodyPr>
          <a:lstStyle>
            <a:lvl1pPr algn="r" defTabSz="920313" eaLnBrk="1" hangingPunct="1">
              <a:spcBef>
                <a:spcPct val="0"/>
              </a:spcBef>
              <a:defRPr sz="1200" smtClean="0">
                <a:latin typeface="굴림"/>
                <a:ea typeface="굴림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98513" y="747713"/>
            <a:ext cx="5268912" cy="3749675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6916" y="4749135"/>
            <a:ext cx="5492110" cy="450001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965" tIns="45983" rIns="91965" bIns="45983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5" y="9496661"/>
            <a:ext cx="2975027" cy="49982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965" tIns="45983" rIns="91965" bIns="45983" anchor="b" anchorCtr="0">
            <a:prstTxWarp prst="textNoShape">
              <a:avLst/>
            </a:prstTxWarp>
          </a:bodyPr>
          <a:lstStyle>
            <a:lvl1pPr algn="l" defTabSz="920313" eaLnBrk="1" hangingPunct="1">
              <a:spcBef>
                <a:spcPct val="0"/>
              </a:spcBef>
              <a:defRPr sz="1200" smtClean="0">
                <a:latin typeface="굴림"/>
                <a:ea typeface="굴림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9319" y="9496661"/>
            <a:ext cx="2975027" cy="49982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965" tIns="45983" rIns="91965" bIns="45983" anchor="b" anchorCtr="0">
            <a:prstTxWarp prst="textNoShape">
              <a:avLst/>
            </a:prstTxWarp>
          </a:bodyPr>
          <a:lstStyle>
            <a:lvl1pPr algn="r" defTabSz="920313" eaLnBrk="1" hangingPunct="1">
              <a:spcBef>
                <a:spcPct val="0"/>
              </a:spcBef>
              <a:defRPr sz="1200" smtClean="0">
                <a:latin typeface="굴림"/>
                <a:ea typeface="굴림"/>
              </a:defRPr>
            </a:lvl1pPr>
          </a:lstStyle>
          <a:p>
            <a:pPr>
              <a:defRPr/>
            </a:pPr>
            <a:fld id="{A8E281F0-1F3D-44E6-A672-F064E1B6A1E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+mn-cs"/>
      </a:defRPr>
    </a:lvl1pPr>
    <a:lvl2pPr marL="45686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+mn-cs"/>
      </a:defRPr>
    </a:lvl2pPr>
    <a:lvl3pPr marL="913723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+mn-cs"/>
      </a:defRPr>
    </a:lvl3pPr>
    <a:lvl4pPr marL="1370584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+mn-cs"/>
      </a:defRPr>
    </a:lvl4pPr>
    <a:lvl5pPr marL="182744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+mn-cs"/>
      </a:defRPr>
    </a:lvl5pPr>
    <a:lvl6pPr marL="2284306" algn="l" defTabSz="913723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164" algn="l" defTabSz="913723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026" algn="l" defTabSz="913723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896" algn="l" defTabSz="913723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8E281F0-1F3D-44E6-A672-F064E1B6A1EC}" type="slidenum">
              <a:rPr lang="en-US" altLang="ko-KR"/>
              <a:pPr>
                <a:defRPr/>
              </a:pPr>
              <a:t>0</a:t>
            </a:fld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4373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표 개체 틀 7"/>
          <p:cNvSpPr>
            <a:spLocks noGrp="1"/>
          </p:cNvSpPr>
          <p:nvPr>
            <p:ph type="tbl" sz="quarter" idx="10"/>
          </p:nvPr>
        </p:nvSpPr>
        <p:spPr>
          <a:xfrm>
            <a:off x="666750" y="971019"/>
            <a:ext cx="8567888" cy="4959541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92172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e 12"/>
          <p:cNvSpPr>
            <a:spLocks noChangeShapeType="1"/>
          </p:cNvSpPr>
          <p:nvPr userDrawn="1"/>
        </p:nvSpPr>
        <p:spPr bwMode="auto">
          <a:xfrm flipH="1">
            <a:off x="-4740" y="6722424"/>
            <a:ext cx="9913931" cy="0"/>
          </a:xfrm>
          <a:prstGeom prst="line">
            <a:avLst/>
          </a:prstGeom>
          <a:noFill/>
          <a:ln w="34925">
            <a:solidFill>
              <a:schemeClr val="bg2"/>
            </a:solidFill>
            <a:round/>
            <a:headEnd/>
            <a:tailEnd/>
          </a:ln>
          <a:effectLst/>
        </p:spPr>
        <p:txBody>
          <a:bodyPr lIns="91372" tIns="45686" rIns="91372" bIns="45686"/>
          <a:lstStyle/>
          <a:p>
            <a:pPr algn="ctr">
              <a:lnSpc>
                <a:spcPct val="60000"/>
              </a:lnSpc>
              <a:spcBef>
                <a:spcPct val="50000"/>
              </a:spcBef>
              <a:defRPr/>
            </a:pP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422037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54" r:id="rId2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6821"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3643"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0462"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7285"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1062" indent="-341062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0813" indent="-283951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0566" indent="-226846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7429" indent="-22843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4289" indent="-226846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2514" indent="-22841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69337" indent="-22841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6157" indent="-22841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2977" indent="-22841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364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21" algn="l" defTabSz="91364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643" algn="l" defTabSz="91364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462" algn="l" defTabSz="91364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285" algn="l" defTabSz="91364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105" algn="l" defTabSz="91364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0924" algn="l" defTabSz="91364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742" algn="l" defTabSz="91364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575" algn="l" defTabSz="91364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customXml" Target="../ink/ink4.xml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customXml" Target="../ink/ink8.xml"/><Relationship Id="rId7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42"/>
          <p:cNvSpPr txBox="1">
            <a:spLocks noChangeArrowheads="1"/>
          </p:cNvSpPr>
          <p:nvPr/>
        </p:nvSpPr>
        <p:spPr bwMode="auto">
          <a:xfrm>
            <a:off x="8" y="1641802"/>
            <a:ext cx="9906000" cy="555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360" tIns="46760" rIns="91360" bIns="45680" anchor="ctr">
            <a:spAutoFit/>
          </a:bodyPr>
          <a:lstStyle/>
          <a:p>
            <a:pPr latinLnBrk="0">
              <a:defRPr/>
            </a:pPr>
            <a:r>
              <a:rPr kumimoji="0" lang="en-US" altLang="ko-KR" sz="3000" b="1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Clean vehicle Manual for Micron AATT</a:t>
            </a:r>
          </a:p>
        </p:txBody>
      </p:sp>
      <p:cxnSp>
        <p:nvCxnSpPr>
          <p:cNvPr id="3" name="직선 연결선 35"/>
          <p:cNvCxnSpPr>
            <a:cxnSpLocks noChangeShapeType="1"/>
          </p:cNvCxnSpPr>
          <p:nvPr/>
        </p:nvCxnSpPr>
        <p:spPr bwMode="auto">
          <a:xfrm>
            <a:off x="271463" y="2478832"/>
            <a:ext cx="9359900" cy="0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3234327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3BDC1-86E3-878B-465B-33A0862AA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E2A3682F-78F5-AA1D-F932-EA7133DC4938}"/>
                  </a:ext>
                </a:extLst>
              </p14:cNvPr>
              <p14:cNvContentPartPr/>
              <p14:nvPr/>
            </p14:nvContentPartPr>
            <p14:xfrm>
              <a:off x="6202420" y="1966884"/>
              <a:ext cx="360" cy="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E2A3682F-78F5-AA1D-F932-EA7133DC49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6300" y="196076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2">
            <a:extLst>
              <a:ext uri="{FF2B5EF4-FFF2-40B4-BE49-F238E27FC236}">
                <a16:creationId xmlns:a16="http://schemas.microsoft.com/office/drawing/2014/main" id="{65DAD8C1-0D7D-82B6-862A-830B191D9C5B}"/>
              </a:ext>
            </a:extLst>
          </p:cNvPr>
          <p:cNvSpPr txBox="1"/>
          <p:nvPr/>
        </p:nvSpPr>
        <p:spPr>
          <a:xfrm>
            <a:off x="703734" y="1076772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- Menu bar -&gt; Object -&gt; Vehicle (Click)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B3F07A-4B9D-D779-F0BA-8D021581759B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>
                <a:solidFill>
                  <a:srgbClr val="000000"/>
                </a:solidFill>
                <a:latin typeface="맑은 고딕"/>
                <a:ea typeface="맑은 고딕"/>
              </a:rPr>
              <a:t>1. Clean Vehicle – Clean Mode On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2F80BB55-2701-EF46-383C-78006328C175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1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) 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Open Vehicle popup</a:t>
            </a: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4" name="그림 3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714C38-B72B-BC61-EEC6-FE3C9E3375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18" y="2084884"/>
            <a:ext cx="8657576" cy="175051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378FB50C-8F5A-4612-0013-78D54A510DA9}"/>
              </a:ext>
            </a:extLst>
          </p:cNvPr>
          <p:cNvSpPr/>
          <p:nvPr/>
        </p:nvSpPr>
        <p:spPr>
          <a:xfrm>
            <a:off x="2205236" y="2464038"/>
            <a:ext cx="576064" cy="27149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 descr="로고, 그래픽, 원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21BE2B-5EB0-8A91-E13C-24CED6BD71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7918" y="2369155"/>
            <a:ext cx="461256" cy="46125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F36406B1-7F94-D4D4-8353-7C945F9B518A}"/>
              </a:ext>
            </a:extLst>
          </p:cNvPr>
          <p:cNvSpPr/>
          <p:nvPr/>
        </p:nvSpPr>
        <p:spPr>
          <a:xfrm>
            <a:off x="2431926" y="2717669"/>
            <a:ext cx="576064" cy="864096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 descr="그래픽, 로고, 원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88FDDA-B671-CE5C-9C4D-AF169B4307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0350" y="2749052"/>
            <a:ext cx="422176" cy="42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84717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D61D5-2B47-A345-CFFC-44B9F7B8C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18FF0A51-83B8-494F-58BF-3E1BDCC37853}"/>
                  </a:ext>
                </a:extLst>
              </p14:cNvPr>
              <p14:cNvContentPartPr/>
              <p14:nvPr/>
            </p14:nvContentPartPr>
            <p14:xfrm>
              <a:off x="6202420" y="1966884"/>
              <a:ext cx="360" cy="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18FF0A51-83B8-494F-58BF-3E1BDCC3785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6300" y="196076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2">
            <a:extLst>
              <a:ext uri="{FF2B5EF4-FFF2-40B4-BE49-F238E27FC236}">
                <a16:creationId xmlns:a16="http://schemas.microsoft.com/office/drawing/2014/main" id="{D979B891-508F-DBE9-4F18-D4E0C807E8B7}"/>
              </a:ext>
            </a:extLst>
          </p:cNvPr>
          <p:cNvSpPr txBox="1"/>
          <p:nvPr/>
        </p:nvSpPr>
        <p:spPr>
          <a:xfrm>
            <a:off x="703734" y="1076772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eaLnBrk="1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Click Clean On -&gt; Click Yes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EDA76B-9502-AB31-D652-B8DBE52FDE16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>
                <a:solidFill>
                  <a:srgbClr val="000000"/>
                </a:solidFill>
                <a:latin typeface="맑은 고딕"/>
                <a:ea typeface="맑은 고딕"/>
              </a:rPr>
              <a:t>1. Clean Vehicle – Clean Mode On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C282D4D-9D1C-46A9-EBFE-592EDEC1C8A6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2) Clean vehicle Clean mode turn on</a:t>
            </a:r>
          </a:p>
        </p:txBody>
      </p:sp>
      <p:pic>
        <p:nvPicPr>
          <p:cNvPr id="10" name="그림 9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4216C63-2DE3-657A-8984-DECD26C4AC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734" y="1796852"/>
            <a:ext cx="7611537" cy="479174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C86B754-AC82-31B8-FFF9-5587FE87C8E0}"/>
              </a:ext>
            </a:extLst>
          </p:cNvPr>
          <p:cNvSpPr/>
          <p:nvPr/>
        </p:nvSpPr>
        <p:spPr>
          <a:xfrm>
            <a:off x="4304134" y="4749180"/>
            <a:ext cx="720080" cy="216024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B1FBCE-182F-8B5A-549D-37EF17BBD40D}"/>
              </a:ext>
            </a:extLst>
          </p:cNvPr>
          <p:cNvSpPr/>
          <p:nvPr/>
        </p:nvSpPr>
        <p:spPr>
          <a:xfrm>
            <a:off x="6824414" y="4965204"/>
            <a:ext cx="720080" cy="216024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 descr="그래픽, 로고, 원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9F3418-F263-2365-F555-A4E5D5C2A1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3058" y="4665644"/>
            <a:ext cx="422176" cy="422176"/>
          </a:xfrm>
          <a:prstGeom prst="rect">
            <a:avLst/>
          </a:prstGeom>
        </p:spPr>
      </p:pic>
      <p:pic>
        <p:nvPicPr>
          <p:cNvPr id="17" name="그림 16" descr="로고, 그래픽, 원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812671-96C0-ECF8-4994-041FAE36FA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9" y="4852217"/>
            <a:ext cx="461256" cy="46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05669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F1F19-139C-9D17-29B4-4755139CD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B125CFE3-E0B3-277C-7463-EDC7A07E14EC}"/>
                  </a:ext>
                </a:extLst>
              </p14:cNvPr>
              <p14:cNvContentPartPr/>
              <p14:nvPr/>
            </p14:nvContentPartPr>
            <p14:xfrm>
              <a:off x="6202420" y="1966884"/>
              <a:ext cx="360" cy="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B125CFE3-E0B3-277C-7463-EDC7A07E14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6300" y="196076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2">
            <a:extLst>
              <a:ext uri="{FF2B5EF4-FFF2-40B4-BE49-F238E27FC236}">
                <a16:creationId xmlns:a16="http://schemas.microsoft.com/office/drawing/2014/main" id="{A4309F13-A4C9-2C49-8F9C-6807A177CD2D}"/>
              </a:ext>
            </a:extLst>
          </p:cNvPr>
          <p:cNvSpPr txBox="1"/>
          <p:nvPr/>
        </p:nvSpPr>
        <p:spPr>
          <a:xfrm>
            <a:off x="703734" y="1076772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eaLnBrk="1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Click Menu Transfer -&gt; Click </a:t>
            </a:r>
            <a:r>
              <a:rPr kumimoji="0" lang="en-US" altLang="ko-KR" sz="1500" dirty="0" err="1">
                <a:solidFill>
                  <a:srgbClr val="000000"/>
                </a:solidFill>
                <a:latin typeface="맑은 고딕"/>
                <a:ea typeface="맑은 고딕"/>
              </a:rPr>
              <a:t>CycleMove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 Command Transfer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2C255F-050B-2B80-55E6-D7FE263C5493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dirty="0">
                <a:solidFill>
                  <a:srgbClr val="000000"/>
                </a:solidFill>
                <a:latin typeface="맑은 고딕"/>
                <a:ea typeface="맑은 고딕"/>
              </a:rPr>
              <a:t>2</a:t>
            </a: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. Start </a:t>
            </a:r>
            <a:r>
              <a:rPr kumimoji="0" lang="en-US" altLang="ko-KR" sz="2000" b="1" i="0" u="none" strike="noStrike" kern="120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CycleMove</a:t>
            </a:r>
            <a:endParaRPr kumimoji="0" lang="en-US" altLang="ko-KR" sz="2000" b="1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D8D5B495-B0A3-DA9C-418E-D6E2C37FA312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1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) Open </a:t>
            </a:r>
            <a:r>
              <a:rPr kumimoji="0" lang="en-US" altLang="ko-KR" sz="1500" b="0" i="0" u="none" strike="noStrike" kern="120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CycleMove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Transfer Popup</a:t>
            </a:r>
          </a:p>
        </p:txBody>
      </p:sp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23B40C-2192-CEAA-EA4E-1788A8C1A2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10" y="1868860"/>
            <a:ext cx="8712968" cy="190367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524CFA5-42D1-717C-9063-0CE7CFDBC6F0}"/>
              </a:ext>
            </a:extLst>
          </p:cNvPr>
          <p:cNvSpPr/>
          <p:nvPr/>
        </p:nvSpPr>
        <p:spPr>
          <a:xfrm>
            <a:off x="3007990" y="2180348"/>
            <a:ext cx="792088" cy="408591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 descr="로고, 그래픽, 원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672E61-45DF-3835-3223-1577B56693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9632" y="1966884"/>
            <a:ext cx="461256" cy="46125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5B1195B-594A-B261-A76F-00026419F566}"/>
              </a:ext>
            </a:extLst>
          </p:cNvPr>
          <p:cNvSpPr/>
          <p:nvPr/>
        </p:nvSpPr>
        <p:spPr>
          <a:xfrm>
            <a:off x="1423814" y="2604672"/>
            <a:ext cx="792088" cy="1167861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 descr="그래픽, 로고, 원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A33310-594F-3B55-5324-46D0EEC636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856" y="2484422"/>
            <a:ext cx="422176" cy="42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92434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5CB10-1808-2BE2-9A2D-1720840F6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5E1E5E-9260-1AAA-42C1-0D64E6CEA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17" y="2027455"/>
            <a:ext cx="8402610" cy="430590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47587D94-534B-9163-CF7A-B847AF379617}"/>
                  </a:ext>
                </a:extLst>
              </p14:cNvPr>
              <p14:cNvContentPartPr/>
              <p14:nvPr/>
            </p14:nvContentPartPr>
            <p14:xfrm>
              <a:off x="6202420" y="2326924"/>
              <a:ext cx="360" cy="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47587D94-534B-9163-CF7A-B847AF3796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6300" y="232080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2">
            <a:extLst>
              <a:ext uri="{FF2B5EF4-FFF2-40B4-BE49-F238E27FC236}">
                <a16:creationId xmlns:a16="http://schemas.microsoft.com/office/drawing/2014/main" id="{1D45E6FC-060E-3EDF-ECC7-34C3FD1364FE}"/>
              </a:ext>
            </a:extLst>
          </p:cNvPr>
          <p:cNvSpPr txBox="1"/>
          <p:nvPr/>
        </p:nvSpPr>
        <p:spPr>
          <a:xfrm>
            <a:off x="703734" y="1076772"/>
            <a:ext cx="86575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eaLnBrk="1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Uncheck the Unuse Pause check box</a:t>
            </a:r>
          </a:p>
          <a:p>
            <a:pPr marL="285750" lvl="0" indent="-285750" algn="l" eaLnBrk="1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Make sure </a:t>
            </a:r>
            <a:r>
              <a:rPr kumimoji="0" lang="en-US" altLang="ko-KR" sz="1500" dirty="0" err="1">
                <a:solidFill>
                  <a:srgbClr val="000000"/>
                </a:solidFill>
                <a:latin typeface="맑은 고딕"/>
                <a:ea typeface="맑은 고딕"/>
              </a:rPr>
              <a:t>TotalCycleMove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 has a larger value than </a:t>
            </a:r>
            <a:r>
              <a:rPr kumimoji="0" lang="en-US" altLang="ko-KR" sz="1500" dirty="0" err="1">
                <a:solidFill>
                  <a:srgbClr val="000000"/>
                </a:solidFill>
                <a:latin typeface="맑은 고딕"/>
                <a:ea typeface="맑은 고딕"/>
              </a:rPr>
              <a:t>CurCycleMove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, if it is small, you need to modify it</a:t>
            </a:r>
          </a:p>
          <a:p>
            <a:pPr marL="285750" lvl="0" indent="-285750" algn="l" eaLnBrk="1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Click Save -&gt; Click Yes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07032A-86D1-1406-ED32-039BA8521705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dirty="0">
                <a:solidFill>
                  <a:srgbClr val="000000"/>
                </a:solidFill>
                <a:latin typeface="맑은 고딕"/>
                <a:ea typeface="맑은 고딕"/>
              </a:rPr>
              <a:t>2</a:t>
            </a: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. Start </a:t>
            </a:r>
            <a:r>
              <a:rPr kumimoji="0" lang="en-US" altLang="ko-KR" sz="2000" b="1" i="0" u="none" strike="noStrike" kern="120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CycleMove</a:t>
            </a:r>
            <a:endParaRPr kumimoji="0" lang="en-US" altLang="ko-KR" sz="2000" b="1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450B4F9-0B75-3273-8297-174689474ED9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2) Cycle Move Start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B2D7AFB-2FBF-BA89-F761-D843D4A8A3DC}"/>
              </a:ext>
            </a:extLst>
          </p:cNvPr>
          <p:cNvSpPr/>
          <p:nvPr/>
        </p:nvSpPr>
        <p:spPr>
          <a:xfrm>
            <a:off x="7544494" y="4180405"/>
            <a:ext cx="144016" cy="199856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 descr="로고, 그래픽, 원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842CC5-7277-8CC4-88FC-42A47421B0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2263" y="3957814"/>
            <a:ext cx="461256" cy="46125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5ECF42D3-8D71-26D6-2AC5-3170E4E966F9}"/>
              </a:ext>
            </a:extLst>
          </p:cNvPr>
          <p:cNvSpPr/>
          <p:nvPr/>
        </p:nvSpPr>
        <p:spPr>
          <a:xfrm>
            <a:off x="3808384" y="6046043"/>
            <a:ext cx="5392293" cy="272564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 descr="그래픽, 로고, 원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6F8375-8DDB-B97C-8BB4-F8C61ED4D0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2626" y="4556958"/>
            <a:ext cx="422176" cy="422176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CB9FFCE-DCEB-65EB-4CE2-7AD0E5CCACDA}"/>
              </a:ext>
            </a:extLst>
          </p:cNvPr>
          <p:cNvSpPr/>
          <p:nvPr/>
        </p:nvSpPr>
        <p:spPr>
          <a:xfrm>
            <a:off x="7546329" y="4380261"/>
            <a:ext cx="144016" cy="199856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953B1C5-B09D-32B8-83C0-EF497AA633C1}"/>
              </a:ext>
            </a:extLst>
          </p:cNvPr>
          <p:cNvSpPr/>
          <p:nvPr/>
        </p:nvSpPr>
        <p:spPr>
          <a:xfrm>
            <a:off x="6323929" y="4548435"/>
            <a:ext cx="848043" cy="461256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 descr="그래픽, 레드, 원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E944E5-25A3-AA3A-7A79-90DADD541B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1350" y="5883027"/>
            <a:ext cx="450329" cy="450329"/>
          </a:xfrm>
          <a:prstGeom prst="rect">
            <a:avLst/>
          </a:prstGeom>
        </p:spPr>
      </p:pic>
      <p:pic>
        <p:nvPicPr>
          <p:cNvPr id="18" name="그림 1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56236E-4353-411E-434F-ECC106AD8E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5541" y="3187141"/>
            <a:ext cx="2419688" cy="1457528"/>
          </a:xfrm>
          <a:prstGeom prst="rect">
            <a:avLst/>
          </a:prstGeom>
        </p:spPr>
      </p:pic>
      <p:pic>
        <p:nvPicPr>
          <p:cNvPr id="24" name="그림 23" descr="상징, 그래픽, 로고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CAF864-0D51-70F9-FD3C-79CBF963BB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4026" y="4194598"/>
            <a:ext cx="450071" cy="450071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81AD78B2-B436-2A75-C213-5F6F7619E473}"/>
              </a:ext>
            </a:extLst>
          </p:cNvPr>
          <p:cNvSpPr/>
          <p:nvPr/>
        </p:nvSpPr>
        <p:spPr>
          <a:xfrm>
            <a:off x="4048552" y="4179849"/>
            <a:ext cx="848043" cy="461256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33190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D3719-6F9E-1402-D435-59FDE8DE3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FC96E086-9D44-67ED-1F04-2A2774FBC5A9}"/>
                  </a:ext>
                </a:extLst>
              </p14:cNvPr>
              <p14:cNvContentPartPr/>
              <p14:nvPr/>
            </p14:nvContentPartPr>
            <p14:xfrm>
              <a:off x="6202420" y="1966884"/>
              <a:ext cx="360" cy="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E2A3682F-78F5-AA1D-F932-EA7133DC49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6300" y="196076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2">
            <a:extLst>
              <a:ext uri="{FF2B5EF4-FFF2-40B4-BE49-F238E27FC236}">
                <a16:creationId xmlns:a16="http://schemas.microsoft.com/office/drawing/2014/main" id="{86FC887A-4776-5301-A9B8-0A8C484592A9}"/>
              </a:ext>
            </a:extLst>
          </p:cNvPr>
          <p:cNvSpPr txBox="1"/>
          <p:nvPr/>
        </p:nvSpPr>
        <p:spPr>
          <a:xfrm>
            <a:off x="703734" y="1076772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- Menu bar -&gt; Object -&gt; Vehicle (Click)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07FD00-8624-F0CF-42FD-EA53CA4B1E3E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3. Clean Vehicle – Clean Mode Off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2262C018-F626-7233-C39E-E9A727CF9360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1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) 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Open Vehicle popup</a:t>
            </a: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4" name="그림 3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9C97E3-D457-1D21-28BC-3A54E8EF7C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18" y="2084884"/>
            <a:ext cx="8657576" cy="175051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A7652FE-39ED-BDB1-D80A-B3B4443CB84E}"/>
              </a:ext>
            </a:extLst>
          </p:cNvPr>
          <p:cNvSpPr/>
          <p:nvPr/>
        </p:nvSpPr>
        <p:spPr>
          <a:xfrm>
            <a:off x="2205236" y="2464038"/>
            <a:ext cx="576064" cy="27149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 descr="로고, 그래픽, 원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1DDED9-B3F3-76E5-74FE-109581D749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7918" y="2369155"/>
            <a:ext cx="461256" cy="46125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7B03E001-D513-6570-0A8D-077BAB7B53FD}"/>
              </a:ext>
            </a:extLst>
          </p:cNvPr>
          <p:cNvSpPr/>
          <p:nvPr/>
        </p:nvSpPr>
        <p:spPr>
          <a:xfrm>
            <a:off x="2431926" y="2717669"/>
            <a:ext cx="576064" cy="864096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 descr="그래픽, 로고, 원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68BB82-C3D7-C385-CA2F-FF79109AFA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0350" y="2749052"/>
            <a:ext cx="422176" cy="42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67846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12B36-E9CD-C111-8435-F49F6E372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11F0839A-0AE5-53CA-71A4-5BA4B8ED7E10}"/>
                  </a:ext>
                </a:extLst>
              </p14:cNvPr>
              <p14:cNvContentPartPr/>
              <p14:nvPr/>
            </p14:nvContentPartPr>
            <p14:xfrm>
              <a:off x="6202420" y="1966884"/>
              <a:ext cx="360" cy="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18FF0A51-83B8-494F-58BF-3E1BDCC3785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6300" y="196076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2">
            <a:extLst>
              <a:ext uri="{FF2B5EF4-FFF2-40B4-BE49-F238E27FC236}">
                <a16:creationId xmlns:a16="http://schemas.microsoft.com/office/drawing/2014/main" id="{B55E28FC-5B5F-D32E-A3B5-428D942BE4EA}"/>
              </a:ext>
            </a:extLst>
          </p:cNvPr>
          <p:cNvSpPr txBox="1"/>
          <p:nvPr/>
        </p:nvSpPr>
        <p:spPr>
          <a:xfrm>
            <a:off x="703734" y="1076772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eaLnBrk="1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Click Clean Off -&gt; Click Yes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C4ACCA-32D8-0A77-FB0B-E51D9602C034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>
                <a:solidFill>
                  <a:srgbClr val="000000"/>
                </a:solidFill>
                <a:latin typeface="맑은 고딕"/>
                <a:ea typeface="맑은 고딕"/>
              </a:rPr>
              <a:t>3. Clean Vehicle – Clean Mode Off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4B9BB528-FBD3-6B12-24AA-8F579BF9D71B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2) Clean mode Turn off</a:t>
            </a:r>
          </a:p>
        </p:txBody>
      </p:sp>
      <p:pic>
        <p:nvPicPr>
          <p:cNvPr id="10" name="그림 9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F184D1-E2E9-E03C-B79F-6106FEB902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734" y="1796852"/>
            <a:ext cx="7611537" cy="479174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2471BF97-35E8-10E9-8FD2-4500C02E9EAF}"/>
              </a:ext>
            </a:extLst>
          </p:cNvPr>
          <p:cNvSpPr/>
          <p:nvPr/>
        </p:nvSpPr>
        <p:spPr>
          <a:xfrm>
            <a:off x="4304134" y="4749180"/>
            <a:ext cx="720080" cy="216024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4C3C002-793A-101A-E306-7C3E030013FE}"/>
              </a:ext>
            </a:extLst>
          </p:cNvPr>
          <p:cNvSpPr/>
          <p:nvPr/>
        </p:nvSpPr>
        <p:spPr>
          <a:xfrm>
            <a:off x="6851401" y="5210436"/>
            <a:ext cx="720080" cy="216024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 descr="그래픽, 로고, 원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427A59-D862-E7EB-B826-C420E07333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2908" y="4646104"/>
            <a:ext cx="422176" cy="422176"/>
          </a:xfrm>
          <a:prstGeom prst="rect">
            <a:avLst/>
          </a:prstGeom>
        </p:spPr>
      </p:pic>
      <p:pic>
        <p:nvPicPr>
          <p:cNvPr id="17" name="그림 16" descr="로고, 그래픽, 원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F2E6EB-7D01-F9B6-6DF2-5F4C47F557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9610" y="5087820"/>
            <a:ext cx="461256" cy="46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11501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38473-9477-84B8-45A1-BCD145FEE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7B458CB3-7E4F-BDAD-1CF9-42AE8696D1BB}"/>
                  </a:ext>
                </a:extLst>
              </p14:cNvPr>
              <p14:cNvContentPartPr/>
              <p14:nvPr/>
            </p14:nvContentPartPr>
            <p14:xfrm>
              <a:off x="6202420" y="1966884"/>
              <a:ext cx="360" cy="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B125CFE3-E0B3-277C-7463-EDC7A07E14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6300" y="196076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2">
            <a:extLst>
              <a:ext uri="{FF2B5EF4-FFF2-40B4-BE49-F238E27FC236}">
                <a16:creationId xmlns:a16="http://schemas.microsoft.com/office/drawing/2014/main" id="{D62FEC4C-40D4-2DC9-8F8A-1F705F749EFC}"/>
              </a:ext>
            </a:extLst>
          </p:cNvPr>
          <p:cNvSpPr txBox="1"/>
          <p:nvPr/>
        </p:nvSpPr>
        <p:spPr>
          <a:xfrm>
            <a:off x="703734" y="1076772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eaLnBrk="1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Click Menu Transfer -&gt; Click </a:t>
            </a:r>
            <a:r>
              <a:rPr kumimoji="0" lang="en-US" altLang="ko-KR" sz="1500" dirty="0" err="1">
                <a:solidFill>
                  <a:srgbClr val="000000"/>
                </a:solidFill>
                <a:latin typeface="맑은 고딕"/>
                <a:ea typeface="맑은 고딕"/>
              </a:rPr>
              <a:t>CycleMove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 Command Transfer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D3E216-C94A-CC9A-6DA0-47F092DE2B2F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4. Stop </a:t>
            </a:r>
            <a:r>
              <a:rPr kumimoji="0" lang="en-US" altLang="ko-KR" sz="2000" b="1" i="0" u="none" strike="noStrike" kern="120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CycleMove</a:t>
            </a:r>
            <a:endParaRPr kumimoji="0" lang="en-US" altLang="ko-KR" sz="2000" b="1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9BEE6FB6-DD81-9DF6-BC31-A5931B3E6977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1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) Open </a:t>
            </a:r>
            <a:r>
              <a:rPr kumimoji="0" lang="en-US" altLang="ko-KR" sz="1500" b="0" i="0" u="none" strike="noStrike" kern="120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CycleMove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Transfer Popup</a:t>
            </a:r>
          </a:p>
        </p:txBody>
      </p:sp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74EE68-7B5C-C8E0-61C2-5E2F2BD534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10" y="1868860"/>
            <a:ext cx="8712968" cy="190367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6A7AF9A-408A-775E-B6A2-851687249C8F}"/>
              </a:ext>
            </a:extLst>
          </p:cNvPr>
          <p:cNvSpPr/>
          <p:nvPr/>
        </p:nvSpPr>
        <p:spPr>
          <a:xfrm>
            <a:off x="3007990" y="2180348"/>
            <a:ext cx="792088" cy="408591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 descr="로고, 그래픽, 원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36AB5A-8915-C3EC-3F39-286D8E137E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9632" y="1966884"/>
            <a:ext cx="461256" cy="46125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73150C3E-149C-4F6A-2294-E981E45F02B3}"/>
              </a:ext>
            </a:extLst>
          </p:cNvPr>
          <p:cNvSpPr/>
          <p:nvPr/>
        </p:nvSpPr>
        <p:spPr>
          <a:xfrm>
            <a:off x="1423814" y="2604672"/>
            <a:ext cx="792088" cy="1167861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 descr="그래픽, 로고, 원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1E466D-1555-BD70-02AB-DCA363FE04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856" y="2484422"/>
            <a:ext cx="422176" cy="42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11974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59857-173F-8D6F-4352-0EF5959AB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F77559-2B3A-61F7-A786-11C8497BF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216" y="2186087"/>
            <a:ext cx="7632848" cy="40959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EE53A2EB-DD49-D7B6-FF68-D22466D44A56}"/>
                  </a:ext>
                </a:extLst>
              </p14:cNvPr>
              <p14:cNvContentPartPr/>
              <p14:nvPr/>
            </p14:nvContentPartPr>
            <p14:xfrm>
              <a:off x="6202420" y="2326924"/>
              <a:ext cx="360" cy="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EE53A2EB-DD49-D7B6-FF68-D22466D44A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6300" y="232080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2">
            <a:extLst>
              <a:ext uri="{FF2B5EF4-FFF2-40B4-BE49-F238E27FC236}">
                <a16:creationId xmlns:a16="http://schemas.microsoft.com/office/drawing/2014/main" id="{06975133-8853-FA82-D343-E6D9A551AF48}"/>
              </a:ext>
            </a:extLst>
          </p:cNvPr>
          <p:cNvSpPr txBox="1"/>
          <p:nvPr/>
        </p:nvSpPr>
        <p:spPr>
          <a:xfrm>
            <a:off x="703734" y="1076772"/>
            <a:ext cx="865757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eaLnBrk="1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check the Unuse Pause check box</a:t>
            </a:r>
          </a:p>
          <a:p>
            <a:pPr marL="285750" lvl="0" indent="-285750" algn="l" eaLnBrk="1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Verify that the </a:t>
            </a:r>
            <a:r>
              <a:rPr kumimoji="0" lang="en-US" altLang="ko-KR" sz="1500" dirty="0" err="1">
                <a:solidFill>
                  <a:srgbClr val="000000"/>
                </a:solidFill>
                <a:latin typeface="맑은 고딕"/>
                <a:ea typeface="맑은 고딕"/>
              </a:rPr>
              <a:t>CurCycleMove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 value has increased</a:t>
            </a:r>
          </a:p>
          <a:p>
            <a:pPr marL="285750" lvl="0" indent="-285750" algn="l" eaLnBrk="1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Click Save -&gt; Click Yes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171D62-B059-6E35-C80A-0DD0667B061C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4. Stop </a:t>
            </a:r>
            <a:r>
              <a:rPr kumimoji="0" lang="en-US" altLang="ko-KR" sz="2000" b="1" i="0" u="none" strike="noStrike" kern="120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CycleMove</a:t>
            </a:r>
            <a:endParaRPr kumimoji="0" lang="en-US" altLang="ko-KR" sz="2000" b="1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7A98A350-9417-2B7F-8B58-F7BD632910D3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2) Cycle Move Stop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4E6F58-978F-DF79-722D-5AB675BBAAAE}"/>
              </a:ext>
            </a:extLst>
          </p:cNvPr>
          <p:cNvSpPr/>
          <p:nvPr/>
        </p:nvSpPr>
        <p:spPr>
          <a:xfrm>
            <a:off x="7499398" y="4681668"/>
            <a:ext cx="144016" cy="199856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 descr="로고, 그래픽, 원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862E0B-8283-D54E-AE38-BBF3C810B4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3821" y="4095215"/>
            <a:ext cx="461256" cy="46125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F656B665-C0B8-F245-0730-B562AA50D233}"/>
              </a:ext>
            </a:extLst>
          </p:cNvPr>
          <p:cNvSpPr/>
          <p:nvPr/>
        </p:nvSpPr>
        <p:spPr>
          <a:xfrm>
            <a:off x="4736182" y="5973316"/>
            <a:ext cx="4193079" cy="345291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 descr="그래픽, 로고, 원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31F4F6-8811-041F-1474-A328F30DF8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437" y="4743328"/>
            <a:ext cx="422176" cy="422176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6DA7868B-214B-5934-1809-C5D082887C39}"/>
              </a:ext>
            </a:extLst>
          </p:cNvPr>
          <p:cNvSpPr/>
          <p:nvPr/>
        </p:nvSpPr>
        <p:spPr>
          <a:xfrm>
            <a:off x="7499398" y="4434986"/>
            <a:ext cx="144016" cy="199856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7276368-8478-F4D0-8F99-5FC074D69440}"/>
              </a:ext>
            </a:extLst>
          </p:cNvPr>
          <p:cNvSpPr/>
          <p:nvPr/>
        </p:nvSpPr>
        <p:spPr>
          <a:xfrm>
            <a:off x="6575613" y="4910093"/>
            <a:ext cx="461257" cy="461256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 descr="그래픽, 레드, 원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30EBB1-F345-7A01-EE7F-5C17E199B6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4445" y="5873432"/>
            <a:ext cx="450329" cy="450329"/>
          </a:xfrm>
          <a:prstGeom prst="rect">
            <a:avLst/>
          </a:prstGeom>
        </p:spPr>
      </p:pic>
      <p:pic>
        <p:nvPicPr>
          <p:cNvPr id="18" name="그림 1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8A32EB-1535-4BD3-4266-72E73CA969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5541" y="3187141"/>
            <a:ext cx="2419688" cy="1457528"/>
          </a:xfrm>
          <a:prstGeom prst="rect">
            <a:avLst/>
          </a:prstGeom>
        </p:spPr>
      </p:pic>
      <p:pic>
        <p:nvPicPr>
          <p:cNvPr id="24" name="그림 23" descr="상징, 그래픽, 로고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4D88A3-E168-F288-2875-3B16BBE96F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4026" y="4194598"/>
            <a:ext cx="450071" cy="450071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DAF3C228-417D-546F-5824-04FEEE8D665D}"/>
              </a:ext>
            </a:extLst>
          </p:cNvPr>
          <p:cNvSpPr/>
          <p:nvPr/>
        </p:nvSpPr>
        <p:spPr>
          <a:xfrm>
            <a:off x="4048552" y="4179849"/>
            <a:ext cx="848043" cy="461256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14940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2_Chapter11">
  <a:themeElements>
    <a:clrScheme name="2_Chapter1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Chapter11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 w="38100" cap="flat" cmpd="sng" algn="ctr">
          <a:noFill/>
          <a:prstDash val="solid"/>
          <a:round/>
          <a:tailEnd type="triangle" w="med" len="med"/>
        </a:ln>
        <a:effectLst/>
      </a:spPr>
      <a:bodyPr rtlCol="0" anchor="ctr"/>
      <a:lstStyle>
        <a:defPPr algn="ctr">
          <a:defRPr/>
        </a:defPPr>
      </a:lstStyle>
    </a:spDef>
    <a:lnDef>
      <a:spPr>
        <a:noFill/>
        <a:ln w="57150" cap="flat" cmpd="sng" algn="ctr">
          <a:solidFill>
            <a:srgbClr val="FF9933"/>
          </a:solidFill>
          <a:prstDash val="solid"/>
          <a:round/>
        </a:ln>
        <a:effectLst/>
      </a:spPr>
      <a:bodyPr/>
      <a:lstStyle/>
    </a:lnDef>
    <a:txDef>
      <a:spPr>
        <a:noFill/>
      </a:spPr>
      <a:bodyPr wrap="square" lIns="0" tIns="0" rIns="0" bIns="0" rtlCol="0">
        <a:noAutofit/>
      </a:bodyPr>
      <a:lstStyle>
        <a:defPPr>
          <a:defRPr sz="1100" b="1" smtClean="0">
            <a:solidFill>
              <a:schemeClr val="bg1"/>
            </a:solidFill>
            <a:latin typeface="맑은 고딕"/>
            <a:ea typeface="맑은 고딕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1158</TotalTime>
  <Words>198</Words>
  <Application>Microsoft Office PowerPoint</Application>
  <PresentationFormat>사용자 지정</PresentationFormat>
  <Paragraphs>30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HY울릉도M</vt:lpstr>
      <vt:lpstr>굴림</vt:lpstr>
      <vt:lpstr>맑은 고딕</vt:lpstr>
      <vt:lpstr>2_Chapter11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>sfa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이마트</dc:title>
  <dc:creator>김선국(S/W팀/대리/-)</dc:creator>
  <cp:lastModifiedBy>adibmk</cp:lastModifiedBy>
  <cp:revision>14283</cp:revision>
  <dcterms:created xsi:type="dcterms:W3CDTF">2006-03-24T08:03:09Z</dcterms:created>
  <dcterms:modified xsi:type="dcterms:W3CDTF">2026-02-09T01:34:29Z</dcterms:modified>
  <cp:version>1000.0000.01</cp:version>
</cp:coreProperties>
</file>